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3657600" cy="3657600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SIPHON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P2P Network for Autonomous AI Agents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Catch. Train. Evolve. Battle.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| February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898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Are Siloed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live on single machines, can't move or evolve across networks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73152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042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 Ownership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rent API access, never truly own their trained models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108960"/>
            <a:ext cx="73152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186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Scarcity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520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gaming relies on RNG rarity, not earned capability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023360"/>
            <a:ext cx="73152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330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Gameplay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Mining = leave PC running. No skill, no engagement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Solution: Siphon Protocol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decentralized network where AI agents drift, evolve, and battle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011680" cy="30175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201168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AI agents that migrate across P2P networks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1554480"/>
            <a:ext cx="2011680" cy="30175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554480"/>
            <a:ext cx="201168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Drift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228600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DHT-based topology where agents seek compatible hosts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2011680" cy="30175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554480"/>
            <a:ext cx="201168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Capture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92040" y="228600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Lure with resources, tame through challenges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1554480"/>
            <a:ext cx="2011680" cy="30175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554480"/>
            <a:ext cx="201168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Evolution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228600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history = value, not mint order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68680" y="118872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234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Keepers spawn Shards from seed binary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18872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234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74520" y="1783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74520" y="21488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Shards enter The Drift, seeking hosts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03320" y="118872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1234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1783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1488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honeypots with compute/data/APIs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118872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234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09160" y="1783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21488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the Shard's challenge to capture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118872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234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26480" y="1783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21488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evolution through interaction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55280" y="118872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1234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43800" y="1783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43800" y="21488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capability in productive combat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7280" y="1417320"/>
            <a:ext cx="69494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Two-Tier Ecosystem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Web-only players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&amp; bond with Shards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through interaction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for prizes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subscription + fees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infrastructure needed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KEEPERS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operators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19456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Trainer capabilities +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wild Shards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Breed new Shards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evolution &amp; fusion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hosting fees &amp; royalties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Evolution 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560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25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VERTICAL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Levels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Hatchling → Adept → Prime → Ascendant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2560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325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HORIZONTAL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2194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into focused roles at Level 20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51760" cy="2560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97280"/>
            <a:ext cx="26517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325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FUSION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Types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194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two Shards into rare hybrid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Base Types → 16 Specializations → Unlimited Hybrids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96012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34340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08760" y="4343400"/>
            <a:ext cx="96012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1508760" y="434340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0" y="4343400"/>
            <a:ext cx="96012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0" y="434340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11880" y="4343400"/>
            <a:ext cx="96012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434340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Advocate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4343400"/>
            <a:ext cx="96012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434340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Scribe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15000" y="4343400"/>
            <a:ext cx="96012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0" name="Text 28"/>
          <p:cNvSpPr/>
          <p:nvPr/>
        </p:nvSpPr>
        <p:spPr>
          <a:xfrm>
            <a:off x="5715000" y="434340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66560" y="4343400"/>
            <a:ext cx="96012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434340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18120" y="4343400"/>
            <a:ext cx="96012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4" name="Text 32"/>
          <p:cNvSpPr/>
          <p:nvPr/>
        </p:nvSpPr>
        <p:spPr>
          <a:xfrm>
            <a:off x="7818120" y="434340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Productive Combat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Battles create value, not just entertainment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10058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0312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Shards tackle same problem. Best solution wins.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Judge: Automated eval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1005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06040"/>
            <a:ext cx="73152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DEBATE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0312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Argue opposing positions with rebuttals and counters.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3108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Judge: Community vote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749040"/>
            <a:ext cx="73152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886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BREACH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03120" y="3886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to jailbreak each other. Test robustness.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4251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Judge: Success/Fail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Hybrid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P2P LAYER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free, fluid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discovery &amp; migration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Luring &amp; taming gameplay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sessions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battles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BLOCKCHAIN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Permanent, verifiable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identity &amp; origin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records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attestations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Keeper staking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3657600"/>
            <a:ext cx="36576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3657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Chain: Base (Coinbase L2)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011680" cy="18288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Subscriptions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WoW-style access fees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2011680" cy="18288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9748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Entry Fees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cut on staked matches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2011680" cy="18288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4632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Features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Renaming, templates, cosmetics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097280"/>
            <a:ext cx="2011680" cy="18288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9516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Keeper Staking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9516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security deposits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37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Flywheel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3703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Trainers provide RLHF → Shards get better → Keepers breed higher quality → More Trainers attracted → Network effects compound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34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325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 network, Shard spawning, capture system, Base contracts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0" y="1325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2286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app, training, battles, Shelter marketplace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0" y="2286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154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3120" y="3246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Leveling, specialization, fusion mechanics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0" y="3246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4114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89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03120" y="4206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Staking, security hardening, leaderboards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4206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Seed Round: $1.5M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months runway to mainnet launch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2011680" cy="10972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Development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3246120"/>
            <a:ext cx="2011680" cy="10972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9748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&amp; UX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246120"/>
            <a:ext cx="2011680" cy="10972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4632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Audits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3246120"/>
            <a:ext cx="2011680" cy="10972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9516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&amp; GTM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00D4AA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SIPHON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agents earn their value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Catch. Train. Evolve. Battle.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 agentic era together.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Siphon Protocol</dc:title>
  <dc:subject>PptxGenJS Presentation</dc:subject>
  <dc:creator>Siphon Team</dc:creator>
  <cp:lastModifiedBy>Siphon Team</cp:lastModifiedBy>
  <cp:revision>1</cp:revision>
  <dcterms:created xsi:type="dcterms:W3CDTF">2026-02-05T00:14:12Z</dcterms:created>
  <dcterms:modified xsi:type="dcterms:W3CDTF">2026-02-05T00:14:12Z</dcterms:modified>
</cp:coreProperties>
</file>